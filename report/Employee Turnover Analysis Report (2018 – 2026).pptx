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45E70-F729-A1BD-E03C-CA346A4FE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770CD-0768-A91B-C55A-869CF58B3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44D7F-E637-95C5-7230-D2C299DE0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A26FF-3F25-AA33-56FF-A298E49D2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BD2133-DF3D-7D5F-3588-D2E04EF76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59434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620B9-59B1-5C0A-BCBB-495F57A76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D4D63-50D1-F7EF-5C70-87E54475F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2964E-5B4C-A59D-D77A-C34B2A44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AE48F-F387-4E6F-0CF0-807102D22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D9B854-A9D8-8BCD-4104-81111580E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04107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CDFF-3300-9250-0C5E-4E09FC474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B67F1-4C7B-889E-EACD-0303E506B7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A6A6D-C8B8-2986-F83A-9083A69D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36987-6F3C-6805-6492-7C5270473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1810-C8F7-3859-7057-B22C00D73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98907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956A-7D5C-C8FE-F638-E015EB045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F31AF-E507-7B14-378D-5FAF8BA333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A89B9C-8839-C52B-A931-CA5EA4B4CF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F168E2-7A74-3F16-482E-050726300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1063-FBD7-B8B0-B769-486420A96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0A6074-2E23-94DF-4A7C-62A06FDD7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4411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AF57D-C14B-F52B-D9AB-DF59CC094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DC3119-11AF-7CF7-2BB7-9DEC29DE5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6587A5-BD5B-E197-BE7A-2925411A3D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2CE1F-3B24-89A1-9674-3F01BF74FC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75A50B-81F6-7420-2B20-35FEB49C17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B39F2B-1504-2E86-1A7F-4555FB309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65CEFD-73BB-E246-C812-4916B0667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C57558-782F-D35D-9358-F8C691154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70459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800A9-2CDD-A978-C137-8794B5473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9CF503-EBA1-A5A4-D5C3-A3A29AFAB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A5625D-3E36-FCC3-A05D-D878DFE81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F9FF4B-0005-0A69-7B0D-7FB0FB666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3883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53926C-C9FE-1DD8-EE7D-1356B990E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2DE45E-1C1D-48BF-3F42-834824D18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0D3D7-4895-AA46-4D01-A83228D9B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1146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BD43A-0C08-4223-9209-1BA4DB5E4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1593E-B14F-5AB4-9C5E-1E9748670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6C98E7-CE61-7EB3-8EBB-36B51F2279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0CB94-9260-9B39-EA71-4A4F16A65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6D8E46-1468-F761-BB91-4945FE408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7B8B8B-4291-D677-43D1-7E7320875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09657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F31A6-DCB9-DD33-65D3-DFD27240E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B02A34-B40B-5566-3851-6BC41691C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F1A7CC-C0DA-4802-20F7-128AE600EF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2885AB-E1CC-8945-E856-FA5509D86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50FFB-E6ED-8CD6-7742-5CE040F4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ED0077-2440-C7AB-BD8A-6FB07E2B1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1470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67881-6EAA-0EB8-F8FC-F25413BB7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D83A18-DA95-0040-0378-11F196F5A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E1FFE6-2F27-A6F4-58FD-0A233B01C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82AFA-F90C-1F2C-67F5-928452646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3743A-CF1B-305B-C249-A10F80FD1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08972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348418-82C1-833D-3372-6E371E9691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4319D-9527-14F2-AEB2-F4403D0FF7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E90FCA-7013-07A4-D186-9FD4E6A6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33E73-703B-65A5-9618-3467F39DE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00E1E-AF59-641B-51BB-A88589E6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01653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37A81E-A27B-B288-0274-28676C7C3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2DACF0-D63C-A1F0-B6F5-D1826BCC8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E34F1-D7DF-2C9F-4C84-46DC99A88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B8EA3-3C8D-48CB-9BBB-3980C9AF8380}" type="datetimeFigureOut">
              <a:rPr lang="en-PH" smtClean="0"/>
              <a:t>24/06/2026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F49FE-9B91-4B77-2A87-90ACFDD842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F7A8C-8FEF-717E-4A88-469AEBEE24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4B34F2-481E-4FB2-9092-8D012675B5E2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81251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53E27-7A43-DA8D-8B9E-34AE14EF2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586257"/>
            <a:ext cx="6926703" cy="804161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n-PH" sz="3200" dirty="0"/>
              <a:t>Employee Turnover Analysis (2018 – 2026)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C848E9-D232-5581-2027-C3250A4874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4904" y="5586258"/>
            <a:ext cx="3588895" cy="804160"/>
          </a:xfrm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en-PH" sz="1400" dirty="0"/>
              <a:t>Villanueva, John Matthew L.</a:t>
            </a:r>
          </a:p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en-PH" sz="1400" dirty="0"/>
              <a:t>Junior Data Analyst</a:t>
            </a:r>
          </a:p>
        </p:txBody>
      </p:sp>
      <p:pic>
        <p:nvPicPr>
          <p:cNvPr id="5" name="Picture 4" descr="Man alone in an office">
            <a:extLst>
              <a:ext uri="{FF2B5EF4-FFF2-40B4-BE49-F238E27FC236}">
                <a16:creationId xmlns:a16="http://schemas.microsoft.com/office/drawing/2014/main" id="{1EFD814F-CB3C-D4BD-DAC1-2A0264DB8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94" b="18427"/>
          <a:stretch>
            <a:fillRect/>
          </a:stretch>
        </p:blipFill>
        <p:spPr>
          <a:xfrm>
            <a:off x="-15201" y="11"/>
            <a:ext cx="12217375" cy="519350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E76F6F3-F5F0-B26D-1B63-73AD0299B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5193518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BC84BA2-BCC1-89D4-5592-8B2364E6B8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9C4FA24-7C12-A16B-31C2-891750171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4648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CEDDB-B486-8148-CF17-239AC652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F8DA2-B85F-3F5A-F13B-E3A6EC0D1B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324259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Employee Turnover Analysis (2018 – 2026)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Jm Villanueva</dc:creator>
  <cp:lastModifiedBy>Jm Villanueva</cp:lastModifiedBy>
  <cp:revision>1</cp:revision>
  <dcterms:created xsi:type="dcterms:W3CDTF">2026-06-24T15:25:08Z</dcterms:created>
  <dcterms:modified xsi:type="dcterms:W3CDTF">2026-06-24T15:29:05Z</dcterms:modified>
</cp:coreProperties>
</file>