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AA6D6-9A1F-499B-B135-5F98A152B59F}" type="datetimeFigureOut">
              <a:rPr lang="en-PH" smtClean="0"/>
              <a:t>25/06/2026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CC1D8B-B4C4-4FB0-A0CF-05DAE2B7DB5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05285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479CD5D-5D3E-658B-5D53-7D4069DF8B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5938" y="6357874"/>
            <a:ext cx="4899844" cy="363600"/>
          </a:xfrm>
          <a:prstGeom prst="rect">
            <a:avLst/>
          </a:prstGeom>
          <a:ln>
            <a:noFill/>
          </a:ln>
        </p:spPr>
        <p:txBody>
          <a:bodyPr lIns="0" tIns="36000" rIns="0" bIns="36000" anchor="ctr"/>
          <a:lstStyle>
            <a:lvl1pPr>
              <a:buNone/>
              <a:defRPr sz="1200"/>
            </a:lvl1pPr>
          </a:lstStyle>
          <a:p>
            <a:pPr lvl="0"/>
            <a:r>
              <a:rPr lang="en-PH" dirty="0"/>
              <a:t>© Presented &amp; Report by Villanueva, John Matthew L.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A705852-5830-19A3-03AD-7CEC81F8CE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1730335"/>
            <a:ext cx="5580062" cy="2160587"/>
          </a:xfrm>
          <a:prstGeom prst="rect">
            <a:avLst/>
          </a:prstGeom>
        </p:spPr>
        <p:txBody>
          <a:bodyPr lIns="0" tIns="36000" rIns="0" bIns="36000" anchor="ctr"/>
          <a:lstStyle>
            <a:lvl1pPr marL="0" indent="0" algn="l">
              <a:spcBef>
                <a:spcPts val="0"/>
              </a:spcBef>
              <a:buNone/>
              <a:defRPr sz="6000" b="1"/>
            </a:lvl1pPr>
          </a:lstStyle>
          <a:p>
            <a:pPr lvl="0"/>
            <a:r>
              <a:rPr lang="en-PH" dirty="0"/>
              <a:t>Your Title Goes Here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0F9AA5D-511F-B31D-BBC0-DB493DCCD8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4003998"/>
            <a:ext cx="3716798" cy="3636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PH" dirty="0" err="1"/>
              <a:t>Subheadline</a:t>
            </a:r>
            <a:endParaRPr lang="en-PH" dirty="0"/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7373F280-690A-6B9F-0E5B-AD993440CC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4480675"/>
            <a:ext cx="3716798" cy="3636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PH" dirty="0"/>
              <a:t>Date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36AA06EF-D54E-3C8C-7846-19E99F3DC89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52748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A5889-6B64-7EAB-85F7-DF1A4CB1A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2862" y="6356349"/>
            <a:ext cx="2743200" cy="365125"/>
          </a:xfrm>
          <a:prstGeom prst="rect">
            <a:avLst/>
          </a:prstGeom>
        </p:spPr>
        <p:txBody>
          <a:bodyPr lIns="0" tIns="36000" rIns="0" bIns="36000" anchor="ctr"/>
          <a:lstStyle>
            <a:lvl1pPr>
              <a:defRPr sz="1200"/>
            </a:lvl1pPr>
          </a:lstStyle>
          <a:p>
            <a:pPr algn="r"/>
            <a:fld id="{43A57C20-586B-42C4-951A-D6BAC3500DC3}" type="slidenum">
              <a:rPr lang="en-PH" smtClean="0"/>
              <a:pPr algn="r"/>
              <a:t>‹#›</a:t>
            </a:fld>
            <a:endParaRPr lang="en-PH" sz="12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4B6352-EB81-B5F9-017F-A7AB7D71D7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67005"/>
            <a:ext cx="11160124" cy="1092835"/>
          </a:xfrm>
          <a:prstGeom prst="rect">
            <a:avLst/>
          </a:prstGeom>
        </p:spPr>
        <p:txBody>
          <a:bodyPr lIns="0" tIns="36000" rIns="0" bIns="36000" anchor="ctr"/>
          <a:lstStyle>
            <a:lvl1pPr>
              <a:defRPr sz="4000" b="1"/>
            </a:lvl1pPr>
          </a:lstStyle>
          <a:p>
            <a:r>
              <a:rPr lang="en-US" dirty="0"/>
              <a:t>Enter slide title…</a:t>
            </a:r>
            <a:endParaRPr lang="en-PH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79D248-5D3F-5E77-C565-CF02215569A0}"/>
              </a:ext>
            </a:extLst>
          </p:cNvPr>
          <p:cNvCxnSpPr>
            <a:cxnSpLocks/>
          </p:cNvCxnSpPr>
          <p:nvPr userDrawn="1"/>
        </p:nvCxnSpPr>
        <p:spPr>
          <a:xfrm>
            <a:off x="515938" y="6305550"/>
            <a:ext cx="11160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C4DDFB0-32F2-242B-9B48-4EB0349B3F7C}"/>
              </a:ext>
            </a:extLst>
          </p:cNvPr>
          <p:cNvCxnSpPr>
            <a:cxnSpLocks/>
          </p:cNvCxnSpPr>
          <p:nvPr userDrawn="1"/>
        </p:nvCxnSpPr>
        <p:spPr>
          <a:xfrm>
            <a:off x="515939" y="1278890"/>
            <a:ext cx="111601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479CD5D-5D3E-658B-5D53-7D4069DF8B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5938" y="6357874"/>
            <a:ext cx="4899844" cy="363600"/>
          </a:xfrm>
          <a:prstGeom prst="rect">
            <a:avLst/>
          </a:prstGeom>
        </p:spPr>
        <p:txBody>
          <a:bodyPr lIns="0" tIns="36000" rIns="0" bIns="36000" anchor="ctr"/>
          <a:lstStyle>
            <a:lvl1pPr>
              <a:buNone/>
              <a:defRPr sz="1200"/>
            </a:lvl1pPr>
          </a:lstStyle>
          <a:p>
            <a:pPr lvl="0"/>
            <a:r>
              <a:rPr lang="en-PH" dirty="0"/>
              <a:t>Enter source of information here</a:t>
            </a:r>
          </a:p>
        </p:txBody>
      </p:sp>
    </p:spTree>
    <p:extLst>
      <p:ext uri="{BB962C8B-B14F-4D97-AF65-F5344CB8AC3E}">
        <p14:creationId xmlns:p14="http://schemas.microsoft.com/office/powerpoint/2010/main" val="3162828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A5889-6B64-7EAB-85F7-DF1A4CB1A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2862" y="6356349"/>
            <a:ext cx="2743200" cy="365125"/>
          </a:xfrm>
          <a:prstGeom prst="rect">
            <a:avLst/>
          </a:prstGeom>
        </p:spPr>
        <p:txBody>
          <a:bodyPr lIns="0" tIns="36000" rIns="0" bIns="36000" anchor="ctr"/>
          <a:lstStyle>
            <a:lvl1pPr>
              <a:defRPr sz="1200"/>
            </a:lvl1pPr>
          </a:lstStyle>
          <a:p>
            <a:pPr algn="r"/>
            <a:fld id="{43A57C20-586B-42C4-951A-D6BAC3500DC3}" type="slidenum">
              <a:rPr lang="en-PH" smtClean="0"/>
              <a:pPr algn="r"/>
              <a:t>‹#›</a:t>
            </a:fld>
            <a:endParaRPr lang="en-PH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4B6352-EB81-B5F9-017F-A7AB7D71D7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67005"/>
            <a:ext cx="11160124" cy="1092835"/>
          </a:xfrm>
          <a:prstGeom prst="rect">
            <a:avLst/>
          </a:prstGeom>
        </p:spPr>
        <p:txBody>
          <a:bodyPr lIns="0" tIns="36000" rIns="0" bIns="36000" anchor="ctr"/>
          <a:lstStyle>
            <a:lvl1pPr>
              <a:defRPr sz="4000" b="1"/>
            </a:lvl1pPr>
          </a:lstStyle>
          <a:p>
            <a:r>
              <a:rPr lang="en-US" dirty="0"/>
              <a:t>Enter slide title…</a:t>
            </a:r>
            <a:endParaRPr lang="en-PH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479CD5D-5D3E-658B-5D53-7D4069DF8B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5938" y="6357874"/>
            <a:ext cx="4899844" cy="363600"/>
          </a:xfrm>
          <a:prstGeom prst="rect">
            <a:avLst/>
          </a:prstGeom>
        </p:spPr>
        <p:txBody>
          <a:bodyPr lIns="0" tIns="36000" rIns="0" bIns="36000" anchor="ctr"/>
          <a:lstStyle>
            <a:lvl1pPr>
              <a:buNone/>
              <a:defRPr sz="1200"/>
            </a:lvl1pPr>
          </a:lstStyle>
          <a:p>
            <a:pPr lvl="0"/>
            <a:r>
              <a:rPr lang="en-PH" dirty="0"/>
              <a:t>Enter source of information here</a:t>
            </a:r>
          </a:p>
        </p:txBody>
      </p:sp>
    </p:spTree>
    <p:extLst>
      <p:ext uri="{BB962C8B-B14F-4D97-AF65-F5344CB8AC3E}">
        <p14:creationId xmlns:p14="http://schemas.microsoft.com/office/powerpoint/2010/main" val="3046651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4B6352-EB81-B5F9-017F-A7AB7D71D7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67005"/>
            <a:ext cx="11160124" cy="1092835"/>
          </a:xfrm>
          <a:prstGeom prst="rect">
            <a:avLst/>
          </a:prstGeom>
        </p:spPr>
        <p:txBody>
          <a:bodyPr lIns="0" tIns="36000" rIns="0" bIns="36000" anchor="ctr"/>
          <a:lstStyle>
            <a:lvl1pPr>
              <a:defRPr sz="4000" b="1"/>
            </a:lvl1pPr>
          </a:lstStyle>
          <a:p>
            <a:r>
              <a:rPr lang="en-US" dirty="0"/>
              <a:t>Enter slide title…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673162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4B6352-EB81-B5F9-017F-A7AB7D71D7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67005"/>
            <a:ext cx="5580062" cy="1092835"/>
          </a:xfrm>
          <a:prstGeom prst="rect">
            <a:avLst/>
          </a:prstGeom>
        </p:spPr>
        <p:txBody>
          <a:bodyPr lIns="0" tIns="36000" rIns="0" bIns="36000" anchor="ctr"/>
          <a:lstStyle>
            <a:lvl1pPr>
              <a:defRPr sz="4000" b="1"/>
            </a:lvl1pPr>
          </a:lstStyle>
          <a:p>
            <a:r>
              <a:rPr lang="en-US" dirty="0"/>
              <a:t>Enter slide title…</a:t>
            </a:r>
            <a:endParaRPr lang="en-PH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922CF0-40C2-B606-95F3-2108995F14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5999" cy="6858000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36700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116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07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60" r:id="rId5"/>
    <p:sldLayoutId id="2147483659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55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79D3B78-6B77-5694-5C89-9EAC4CBB74E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PH" dirty="0"/>
              <a:t>© Presented &amp; Report by Villanueva, John Matthew L.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DBB703B-E770-D391-ADD8-C31FBB13F4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PH" dirty="0"/>
              <a:t>Employee Turnover Analysis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ABA3EB1-0675-2F3D-0F8C-884B698E2D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8" y="4003998"/>
            <a:ext cx="5196604" cy="363601"/>
          </a:xfrm>
        </p:spPr>
        <p:txBody>
          <a:bodyPr/>
          <a:lstStyle/>
          <a:p>
            <a:r>
              <a:rPr lang="en-PH" sz="2400" dirty="0"/>
              <a:t>For Human Resource Department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6B3B17D-59AA-ABDA-056C-FA37BD0DFF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PH" sz="2400" dirty="0"/>
              <a:t>06/25/2026</a:t>
            </a:r>
          </a:p>
        </p:txBody>
      </p:sp>
      <p:pic>
        <p:nvPicPr>
          <p:cNvPr id="18" name="Picture Placeholder 17" descr="Man alone in an office">
            <a:extLst>
              <a:ext uri="{FF2B5EF4-FFF2-40B4-BE49-F238E27FC236}">
                <a16:creationId xmlns:a16="http://schemas.microsoft.com/office/drawing/2014/main" id="{F6C40B11-C8AA-138F-78A5-E1E3E7ED70E2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71" r="6379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168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394F2-C4D9-6AE5-6EE6-983A5F929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4FE20-4B51-7883-32DF-BD7009D247C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9165007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Master Layout">
  <a:themeElements>
    <a:clrScheme name="Template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63122"/>
      </a:accent1>
      <a:accent2>
        <a:srgbClr val="0E52C3"/>
      </a:accent2>
      <a:accent3>
        <a:srgbClr val="2FFC48"/>
      </a:accent3>
      <a:accent4>
        <a:srgbClr val="BC07D5"/>
      </a:accent4>
      <a:accent5>
        <a:srgbClr val="CCA764"/>
      </a:accent5>
      <a:accent6>
        <a:srgbClr val="FEB47A"/>
      </a:accent6>
      <a:hlink>
        <a:srgbClr val="0563C1"/>
      </a:hlink>
      <a:folHlink>
        <a:srgbClr val="0563C1"/>
      </a:folHlink>
    </a:clrScheme>
    <a:fontScheme name="Aptos Font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0" tIns="36000" rIns="0" bIns="36000" rtlCol="0" anchor="ctr"/>
      <a:lstStyle>
        <a:defPPr algn="ctr">
          <a:defRPr dirty="0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000" rIns="0" bIns="36000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Default Master Layout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Jm Villanueva</dc:creator>
  <cp:lastModifiedBy>Jm Villanueva</cp:lastModifiedBy>
  <cp:revision>2</cp:revision>
  <dcterms:created xsi:type="dcterms:W3CDTF">2026-06-24T18:43:58Z</dcterms:created>
  <dcterms:modified xsi:type="dcterms:W3CDTF">2026-06-24T18:48:01Z</dcterms:modified>
</cp:coreProperties>
</file>